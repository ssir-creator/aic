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答辩结束页。沿用原PPT深绿科技风、青绿色边框、淡金重点字和球面意象；全部文字可编辑。背景参考原末页清理重绘。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-5f3087da-78eb-4e10-b2c2-b1f1bb5bb2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2585" y="304800"/>
            <a:ext cx="2031999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DCF7EF"/>
                </a:solidFill>
                <a:latin typeface="宋体"/>
              </a:rPr>
              <a:t>图溯 · 答辩汇报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399" y="1676400"/>
            <a:ext cx="5841999" cy="1122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200" b="1">
                <a:solidFill>
                  <a:srgbClr val="76EEDD"/>
                </a:solidFill>
                <a:latin typeface="微软雅黑"/>
              </a:rPr>
              <a:t>图溯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399" y="2730500"/>
            <a:ext cx="6730999" cy="690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>
                <a:solidFill>
                  <a:srgbClr val="F1FCF6"/>
                </a:solidFill>
                <a:latin typeface="宋体"/>
              </a:rPr>
              <a:t>让每一张图，有源可溯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499" y="3784600"/>
            <a:ext cx="5968999" cy="4965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300" b="1">
                <a:solidFill>
                  <a:srgbClr val="F0FBF6"/>
                </a:solidFill>
                <a:latin typeface="微软雅黑"/>
              </a:rPr>
              <a:t>汇报完毕，感谢聆听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499" y="4343400"/>
            <a:ext cx="5841999" cy="302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0">
                <a:solidFill>
                  <a:srgbClr val="B8D8CF"/>
                </a:solidFill>
                <a:latin typeface="宋体"/>
              </a:rPr>
              <a:t>恳请各位评委批评指正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5152" y="5651500"/>
            <a:ext cx="10667999" cy="474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FBE890"/>
                </a:solidFill>
                <a:latin typeface="微软雅黑"/>
              </a:rPr>
              <a:t>增强可信传播 · 保护数字权益 · 推动规范发展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9499" y="2603500"/>
            <a:ext cx="635000" cy="0"/>
          </a:xfrm>
          <a:prstGeom prst="line">
            <a:avLst/>
          </a:prstGeom>
          <a:ln w="19050">
            <a:solidFill>
              <a:srgbClr val="FBE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5499" y="5461000"/>
            <a:ext cx="10541000" cy="0"/>
          </a:xfrm>
          <a:prstGeom prst="line">
            <a:avLst/>
          </a:prstGeom>
          <a:ln w="7620">
            <a:solidFill>
              <a:srgbClr val="247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5499" y="6197600"/>
            <a:ext cx="10541000" cy="0"/>
          </a:xfrm>
          <a:prstGeom prst="line">
            <a:avLst/>
          </a:prstGeom>
          <a:ln w="7620">
            <a:solidFill>
              <a:srgbClr val="247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